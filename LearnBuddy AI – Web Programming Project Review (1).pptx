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</ns0:sldIdLst>
  <ns0:sldSz cx="12192000" cy="6858000" type="screen4x3"/>
  <ns0:notesSz cx="6858000" cy="9144000"/>
  <ns0:embeddedFontLst>
    <ns0:embeddedFont>
      <ns0:font typeface="JetBrains Mono"/>
      <ns0:regular ns1:id="rIdFont21"/>
    </ns0:embeddedFont>
    <ns0:embeddedFont>
      <ns0:font typeface="DM Sans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Font21" Type="http://schemas.openxmlformats.org/officeDocument/2006/relationships/font" Target="fonts/fc46f8ed-21d2-43f1-bf35-7966c8c0eac0.fntdata" /><ns0:Relationship Id="rIdFont22" Type="http://schemas.openxmlformats.org/officeDocument/2006/relationships/font" Target="fonts/ed5db313-c5b3-4b4f-b5d5-33d81dd55fff.fntdata" /><ns0:Relationship Id="rIdFont23" Type="http://schemas.openxmlformats.org/officeDocument/2006/relationships/font" Target="fonts/ead9bf00-1d59-4c01-8d23-90485f794ad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3914775"/>
            <a:ext cx="609600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5050" y="4352925"/>
            <a:ext cx="9525" cy="419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0" y="4352925"/>
            <a:ext cx="9525" cy="419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066925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3C5FD"/>
                </a:solidFill>
                <a:latin typeface="DM Sans"/>
              </a:rPr>
              <a:t>WEB PROGRAMMING PROJECT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409825"/>
            <a:ext cx="11430000" cy="723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350" i="0" u="none">
                <a:solidFill>
                  <a:srgbClr val="FFFFFF"/>
                </a:solidFill>
                <a:latin typeface="DM Sans"/>
              </a:rPr>
              <a:t>LearnBuddy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248025"/>
            <a:ext cx="114300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E2E8F0"/>
                </a:solidFill>
                <a:latin typeface="DM Sans"/>
              </a:rPr>
              <a:t>An Interactive Web-Based Study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333875"/>
            <a:ext cx="1371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3C5FD"/>
                </a:solidFill>
                <a:latin typeface="DM Sans"/>
              </a:rPr>
              <a:t>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543425"/>
            <a:ext cx="13716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DM Sans"/>
              </a:rPr>
              <a:t>Harshini K 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1775" y="4333875"/>
            <a:ext cx="40600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3C5FD"/>
                </a:solidFill>
                <a:latin typeface="DM Sans"/>
              </a:rPr>
              <a:t>DEPARTMENT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1775" y="4543425"/>
            <a:ext cx="406003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DM Sans"/>
              </a:rPr>
              <a:t>Computer Science and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3725" y="4333875"/>
            <a:ext cx="36790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3C5FD"/>
                </a:solidFill>
                <a:latin typeface="DM Sans"/>
              </a:rPr>
              <a:t>INSTITUTION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3725" y="4543425"/>
            <a:ext cx="367903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DM Sans"/>
              </a:rPr>
              <a:t>Rajalakshmi Engineering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343025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2495550"/>
            <a:ext cx="5257800" cy="923925"/>
          </a:xfrm>
          <a:prstGeom prst="roundRect">
            <a:avLst>
              <a:gd name="adj" fmla="val 1030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3571875"/>
            <a:ext cx="5257800" cy="923925"/>
          </a:xfrm>
          <a:prstGeom prst="roundRect">
            <a:avLst>
              <a:gd name="adj" fmla="val 1030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24600" y="4648200"/>
            <a:ext cx="5257800" cy="923925"/>
          </a:xfrm>
          <a:prstGeom prst="roundRect">
            <a:avLst>
              <a:gd name="adj" fmla="val 1030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2724150"/>
            <a:ext cx="200025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800475"/>
            <a:ext cx="161925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725" y="4876800"/>
            <a:ext cx="180975" cy="1809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2557"/>
                </a:solidFill>
                <a:latin typeface="DM Sans"/>
              </a:rPr>
              <a:t>01 / PROJECT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2557"/>
                </a:solidFill>
                <a:latin typeface="DM Sans"/>
              </a:rPr>
              <a:t>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238375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271712"/>
            <a:ext cx="508635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Study Assistant: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A web app built for college students.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2943225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2976562"/>
            <a:ext cx="508635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All-in-One Place: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Keeps PDFs and notes in one screen.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3648075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681412"/>
            <a:ext cx="508635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Helpful Tools: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Creates quick summaries and practice quizzes.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4352925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4386262"/>
            <a:ext cx="508635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Web Technologies: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Built using HTML, CSS, JavaScript, and React.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5057775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5091112"/>
            <a:ext cx="508635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Backend Support: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Connects to Python FastAPI for smart features.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2695575"/>
            <a:ext cx="5629275" cy="238125"/>
          </a:xfrm>
          <a:prstGeom prst="rect">
            <a:avLst/>
          </a:prstGeom>
          <a:noFill/>
        </p:spPr>
        <p:txBody>
          <a:bodyPr wrap="none" lIns="29527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2557"/>
                </a:solidFill>
                <a:latin typeface="DM Sans"/>
              </a:rPr>
              <a:t>1. Frontend Screen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2725" y="2990850"/>
            <a:ext cx="56292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Built with React, JSX, and Tailwind CSS.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2725" y="3771900"/>
            <a:ext cx="5629275" cy="238125"/>
          </a:xfrm>
          <a:prstGeom prst="rect">
            <a:avLst/>
          </a:prstGeom>
          <a:noFill/>
        </p:spPr>
        <p:txBody>
          <a:bodyPr wrap="none" lIns="25717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2557"/>
                </a:solidFill>
                <a:latin typeface="DM Sans"/>
              </a:rPr>
              <a:t>2. Browser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2725" y="4067175"/>
            <a:ext cx="56292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Uses JavaScript and Axios for button clicks.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2725" y="4848225"/>
            <a:ext cx="5629275" cy="238125"/>
          </a:xfrm>
          <a:prstGeom prst="rect">
            <a:avLst/>
          </a:prstGeom>
          <a:noFill/>
        </p:spPr>
        <p:txBody>
          <a:bodyPr wrap="none" lIns="27622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2557"/>
                </a:solidFill>
                <a:latin typeface="DM Sans"/>
              </a:rPr>
              <a:t>3. Backend 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2725" y="5143500"/>
            <a:ext cx="56292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Uses FastAPI to read PDFs and make notes.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343025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2900362"/>
            <a:ext cx="5257800" cy="1028700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4119562"/>
            <a:ext cx="5257800" cy="1047750"/>
          </a:xfrm>
          <a:prstGeom prst="roundRect">
            <a:avLst>
              <a:gd name="adj" fmla="val 9090"/>
            </a:avLst>
          </a:prstGeom>
          <a:solidFill>
            <a:srgbClr val="F0F4F8"/>
          </a:solidFill>
          <a:ln w="19050">
            <a:solidFill>
              <a:srgbClr val="0F2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2557"/>
                </a:solidFill>
                <a:latin typeface="DM Sans"/>
              </a:rPr>
              <a:t>02 /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2557"/>
                </a:solidFill>
                <a:latin typeface="DM Sans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2238375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271712"/>
            <a:ext cx="508635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Too Many PDFs: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Students have large notes to read before exams.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943225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976562"/>
            <a:ext cx="508635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Slow Note-Making: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Writing short revision notes by hand takes hours.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648075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681412"/>
            <a:ext cx="508635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Hard to Self-Test: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Making practice questions manually is tiring.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4352925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386262"/>
            <a:ext cx="508635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Scattered Apps: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Switching between different apps wastes study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5057775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5091112"/>
            <a:ext cx="508635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Simple Web Solution: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One website makes studying faster and easier.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138487"/>
            <a:ext cx="56292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75569"/>
                </a:solidFill>
                <a:latin typeface="DM Sans"/>
              </a:rPr>
              <a:t>Before (Manual Study)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3462337"/>
            <a:ext cx="56292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Long PDF files with slow manual note writing.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0" y="4367212"/>
            <a:ext cx="56197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2557"/>
                </a:solidFill>
                <a:latin typeface="DM Sans"/>
              </a:rPr>
              <a:t>After (LearnBuddy AI)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2250" y="4691062"/>
            <a:ext cx="5619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DM Sans"/>
              </a:rPr>
              <a:t>One simple webpage for quick notes and quizzes.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343025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05087"/>
            <a:ext cx="3505200" cy="1295400"/>
          </a:xfrm>
          <a:prstGeom prst="roundRect">
            <a:avLst>
              <a:gd name="adj" fmla="val 735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605087"/>
            <a:ext cx="3505200" cy="1295400"/>
          </a:xfrm>
          <a:prstGeom prst="roundRect">
            <a:avLst>
              <a:gd name="adj" fmla="val 735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605087"/>
            <a:ext cx="3505200" cy="1295400"/>
          </a:xfrm>
          <a:prstGeom prst="roundRect">
            <a:avLst>
              <a:gd name="adj" fmla="val 735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129087"/>
            <a:ext cx="3505200" cy="1295400"/>
          </a:xfrm>
          <a:prstGeom prst="roundRect">
            <a:avLst>
              <a:gd name="adj" fmla="val 735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4129087"/>
            <a:ext cx="3505200" cy="1295400"/>
          </a:xfrm>
          <a:prstGeom prst="roundRect">
            <a:avLst>
              <a:gd name="adj" fmla="val 735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77200" y="4129087"/>
            <a:ext cx="3505200" cy="1295400"/>
          </a:xfrm>
          <a:prstGeom prst="roundRect">
            <a:avLst>
              <a:gd name="adj" fmla="val 735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2557"/>
                </a:solidFill>
                <a:latin typeface="DM Sans"/>
              </a:rPr>
              <a:t>03 / SCOPE &amp; 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2557"/>
                </a:solidFill>
                <a:latin typeface="DM Sans"/>
              </a:rP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2862262"/>
            <a:ext cx="392549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2557"/>
                </a:solidFill>
                <a:latin typeface="DM Sans"/>
              </a:rPr>
              <a:t>01. Interactive Website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3186112"/>
            <a:ext cx="3086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Build a helpful study website for students.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0575" y="2862262"/>
            <a:ext cx="392549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2557"/>
                </a:solidFill>
                <a:latin typeface="DM Sans"/>
              </a:rPr>
              <a:t>02. Simple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0575" y="3186112"/>
            <a:ext cx="3086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Keep the layout clean and easy to use.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4375" y="2862262"/>
            <a:ext cx="38576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2557"/>
                </a:solidFill>
                <a:latin typeface="DM Sans"/>
              </a:rPr>
              <a:t>03. React Components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4375" y="3186112"/>
            <a:ext cx="3086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Create reusable blocks for buttons and cards.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" y="4386262"/>
            <a:ext cx="392549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2557"/>
                </a:solidFill>
                <a:latin typeface="DM Sans"/>
              </a:rPr>
              <a:t>04. JavaScript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75" y="4710112"/>
            <a:ext cx="3086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Use JavaScript to handle clicks and forms.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0575" y="4386262"/>
            <a:ext cx="392549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2557"/>
                </a:solidFill>
                <a:latin typeface="DM Sans"/>
              </a:rPr>
              <a:t>05. Responsive CSS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0575" y="4710112"/>
            <a:ext cx="3086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Style pages neatly for laptops and phones.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4375" y="4386262"/>
            <a:ext cx="38576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2557"/>
                </a:solidFill>
                <a:latin typeface="DM Sans"/>
              </a:rPr>
              <a:t>06. Backend Link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4375" y="4710112"/>
            <a:ext cx="3086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Connect the webpage to FastAPI server routes.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343025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105025"/>
          <a:ext cx="10963274" cy="37814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11908"/>
                <a:gridCol w="3069580"/>
                <a:gridCol w="5481786"/>
              </a:tblGrid>
              <a:tr h="472678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Part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Technology Used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DM Sans"/>
                        </a:rPr>
                        <a:t>Simple Purpose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557"/>
                    </a:solidFill>
                  </a:tcPr>
                </a:tc>
              </a:tr>
              <a:tr h="472678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2557"/>
                          </a:solidFill>
                          <a:latin typeface="DM Sans"/>
                        </a:rPr>
                        <a:t>Frontend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293B"/>
                          </a:solidFill>
                          <a:latin typeface="DM Sans"/>
                        </a:rPr>
                        <a:t>HTML &amp; JSX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DM Sans"/>
                        </a:rPr>
                        <a:t>Creates headings, buttons, and page layout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2678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2557"/>
                          </a:solidFill>
                          <a:latin typeface="DM Sans"/>
                        </a:rPr>
                        <a:t>Frontend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293B"/>
                          </a:solidFill>
                          <a:latin typeface="DM Sans"/>
                        </a:rPr>
                        <a:t>CSS &amp; Tailwind CSS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DM Sans"/>
                        </a:rPr>
                        <a:t>Adds colors, spacing, and clean styling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72678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2557"/>
                          </a:solidFill>
                          <a:latin typeface="DM Sans"/>
                        </a:rPr>
                        <a:t>Frontend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293B"/>
                          </a:solidFill>
                          <a:latin typeface="DM Sans"/>
                        </a:rPr>
                        <a:t>JavaScript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DM Sans"/>
                        </a:rPr>
                        <a:t>Handles button clicks and user actions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2678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2557"/>
                          </a:solidFill>
                          <a:latin typeface="DM Sans"/>
                        </a:rPr>
                        <a:t>Frontend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293B"/>
                          </a:solidFill>
                          <a:latin typeface="DM Sans"/>
                        </a:rPr>
                        <a:t>React &amp; Vite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DM Sans"/>
                        </a:rPr>
                        <a:t>Builds reusable UI parts and runs the app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72678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2557"/>
                          </a:solidFill>
                          <a:latin typeface="DM Sans"/>
                        </a:rPr>
                        <a:t>Frontend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293B"/>
                          </a:solidFill>
                          <a:latin typeface="DM Sans"/>
                        </a:rPr>
                        <a:t>Axios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DM Sans"/>
                        </a:rPr>
                        <a:t>Sends data between frontend and backend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2678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3A8A"/>
                          </a:solidFill>
                          <a:latin typeface="DM Sans"/>
                        </a:rPr>
                        <a:t>Backend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293B"/>
                          </a:solidFill>
                          <a:latin typeface="DM Sans"/>
                        </a:rPr>
                        <a:t>Python &amp; FastAPI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DM Sans"/>
                        </a:rPr>
                        <a:t>Receives requests from the frontend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72679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3A8A"/>
                          </a:solidFill>
                          <a:latin typeface="DM Sans"/>
                        </a:rPr>
                        <a:t>Supporting Tools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293B"/>
                          </a:solidFill>
                          <a:latin typeface="DM Sans"/>
                        </a:rPr>
                        <a:t>Groq API, PyPDF2, ReportLab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DM Sans"/>
                        </a:rPr>
                        <a:t>Reads PDF text, generates notes, and saves PDFs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2557"/>
                </a:solidFill>
                <a:latin typeface="DM Sans"/>
              </a:rPr>
              <a:t>04 / SYSTEM SPECIFICATIONS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2557"/>
                </a:solidFill>
                <a:latin typeface="DM Sans"/>
              </a:rPr>
              <a:t>Technology Stack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343025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86475" y="2343150"/>
            <a:ext cx="5495925" cy="3381375"/>
          </a:xfrm>
          <a:prstGeom prst="roundRect">
            <a:avLst>
              <a:gd name="adj" fmla="val 281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2557"/>
                </a:solidFill>
                <a:latin typeface="DM Sans"/>
              </a:rPr>
              <a:t>05 / MARKUP &amp;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2557"/>
                </a:solidFill>
                <a:latin typeface="DM Sans"/>
              </a:rPr>
              <a:t>HTML and JSX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15075" y="2571750"/>
            <a:ext cx="5133975" cy="2924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DM Sans"/>
              </a:rPr>
              <a:t>function SummaryCard({ title, notes }) { return ( {title} {notes} Download PDF ); } {title} {notes} Download PDF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2581275"/>
            <a:ext cx="5867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2557"/>
                </a:solidFill>
                <a:latin typeface="DM Sans"/>
              </a:rPr>
              <a:t>Simple JSX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2886075"/>
            <a:ext cx="5114925" cy="2600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JetBrains Mono"/>
              </a:rPr>
              <a:t>function SummaryCard({ title, notes }) { return ( {title} {notes} Download PDF ); } {title} {notes} Download PDF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238375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271712"/>
            <a:ext cx="48482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Basic Structure: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HTML gives the basic skeleton of the webpage.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943225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976562"/>
            <a:ext cx="48482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HTML in React: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JSX lets us write HTML tags inside React 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648075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681412"/>
            <a:ext cx="48482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Page Elements: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Uses headings, forms, and buttons to organize tools.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352925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386262"/>
            <a:ext cx="48482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Clean Tags: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Simple tags make the code easy to read and edit.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5057775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5091112"/>
            <a:ext cx="48482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Dynamic Text: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Curly braces 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{}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show live data on the screen.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343025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48375" y="2690812"/>
            <a:ext cx="5534025" cy="2686050"/>
          </a:xfrm>
          <a:prstGeom prst="roundRect">
            <a:avLst>
              <a:gd name="adj" fmla="val 354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3043237"/>
            <a:ext cx="2941439" cy="19812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0F2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494639" y="2967037"/>
            <a:ext cx="1811535" cy="2133600"/>
          </a:xfrm>
          <a:prstGeom prst="roundRect">
            <a:avLst>
              <a:gd name="adj" fmla="val 4206"/>
            </a:avLst>
          </a:prstGeom>
          <a:solidFill>
            <a:srgbClr val="FFFFFF"/>
          </a:solidFill>
          <a:ln w="19050">
            <a:solidFill>
              <a:srgbClr val="0F2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77000" y="3481387"/>
            <a:ext cx="2636639" cy="171450"/>
          </a:xfrm>
          <a:prstGeom prst="roundRect">
            <a:avLst>
              <a:gd name="adj" fmla="val 22222"/>
            </a:avLst>
          </a:prstGeom>
          <a:solidFill>
            <a:srgbClr val="0F2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77000" y="4452937"/>
            <a:ext cx="2636639" cy="419100"/>
          </a:xfrm>
          <a:prstGeom prst="roundRect">
            <a:avLst>
              <a:gd name="adj" fmla="val 909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47039" y="3595687"/>
            <a:ext cx="1506735" cy="152400"/>
          </a:xfrm>
          <a:prstGeom prst="roundRect">
            <a:avLst>
              <a:gd name="adj" fmla="val 25000"/>
            </a:avLst>
          </a:prstGeom>
          <a:solidFill>
            <a:srgbClr val="0F2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47039" y="3824287"/>
            <a:ext cx="1506735" cy="323850"/>
          </a:xfrm>
          <a:prstGeom prst="roundRect">
            <a:avLst>
              <a:gd name="adj" fmla="val 11764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47039" y="4224337"/>
            <a:ext cx="1506735" cy="323850"/>
          </a:xfrm>
          <a:prstGeom prst="roundRect">
            <a:avLst>
              <a:gd name="adj" fmla="val 11764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47039" y="4624387"/>
            <a:ext cx="1506735" cy="323850"/>
          </a:xfrm>
          <a:prstGeom prst="roundRect">
            <a:avLst>
              <a:gd name="adj" fmla="val 11764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77000" y="3748087"/>
            <a:ext cx="828079" cy="609600"/>
          </a:xfrm>
          <a:prstGeom prst="roundRect">
            <a:avLst>
              <a:gd name="adj" fmla="val 625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81279" y="3748087"/>
            <a:ext cx="828079" cy="609600"/>
          </a:xfrm>
          <a:prstGeom prst="roundRect">
            <a:avLst>
              <a:gd name="adj" fmla="val 625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85559" y="3748087"/>
            <a:ext cx="828079" cy="609600"/>
          </a:xfrm>
          <a:prstGeom prst="roundRect">
            <a:avLst>
              <a:gd name="adj" fmla="val 625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2557"/>
                </a:solidFill>
                <a:latin typeface="DM Sans"/>
              </a:rPr>
              <a:t>06 / STYLING &amp; LAYOUT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858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2557"/>
                </a:solidFill>
                <a:latin typeface="DM Sans"/>
              </a:rPr>
              <a:t>CSS and Responsive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2238375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2271712"/>
            <a:ext cx="48101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Page Appearance: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CSS sets the colors, fonts, and spacing.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2943225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2976562"/>
            <a:ext cx="48101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Tailwind CSS: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Ready-made class names style elements quickly.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3648075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3681412"/>
            <a:ext cx="48101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Neat Alignment: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Flexbox and Grid arrange cards in straight rows.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4352925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300" y="4386262"/>
            <a:ext cx="48101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Fits Any Screen: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Adjusts automatically for laptops and mobile phones.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" y="5057775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300" y="5091112"/>
            <a:ext cx="48101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Easy to Read: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Clean white background keeps focus on study notes.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7420" y="3195637"/>
            <a:ext cx="329579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2557"/>
                </a:solidFill>
                <a:latin typeface="DM Sans"/>
              </a:rPr>
              <a:t>Laptop Screen (Side-by-Side)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58697" y="3119437"/>
            <a:ext cx="1883419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2557"/>
                </a:solidFill>
                <a:latin typeface="DM Sans"/>
              </a:rPr>
              <a:t>Mobile Screen (Stacked)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343025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86475" y="2500312"/>
            <a:ext cx="5495925" cy="3067050"/>
          </a:xfrm>
          <a:prstGeom prst="roundRect">
            <a:avLst>
              <a:gd name="adj" fmla="val 310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2557"/>
                </a:solidFill>
                <a:latin typeface="DM Sans"/>
              </a:rPr>
              <a:t>07 / CLIENT-SIDE SCRIPTING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2557"/>
                </a:solidFill>
                <a:latin typeface="DM Sans"/>
              </a:rPr>
              <a:t>JavaScript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15075" y="2728912"/>
            <a:ext cx="5133975" cy="2609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DM Sans"/>
              </a:rPr>
              <a:t>const getSummary = async () =&gt; { setLoading(true); try { const res = await axios.post("/summarize", { text: pdfText }); setSummary(res.data.summary); } catch (error) { alert("Could not generate summary"); } setLoading(false); 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2738437"/>
            <a:ext cx="5867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2557"/>
                </a:solidFill>
                <a:latin typeface="DM Sans"/>
              </a:rPr>
              <a:t>Simple Button Click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3043237"/>
            <a:ext cx="5114925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293B"/>
                </a:solidFill>
                <a:latin typeface="JetBrains Mono"/>
              </a:rPr>
              <a:t>const getSummary = async () =&gt; { setLoading(true); try { const res = await axios.post("/summarize", { text: pdfText }); setSummary(res.data.summary); } catch (error) { alert("Could not generate summary"); } setLoading(false); };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1885950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1919287"/>
            <a:ext cx="48482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Makes Page Interactive: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Responds when a student clicks buttons.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590800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624137"/>
            <a:ext cx="48482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Reads Form Inputs: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Gets the uploaded PDF file and typed questions.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295650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328987"/>
            <a:ext cx="48482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Sends Server Requests: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Uses Axios to talk to the backend server.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000500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033837"/>
            <a:ext cx="48482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Shows Loading Text: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Lets the user know while notes are being made.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4705350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4738687"/>
            <a:ext cx="48482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Handles Errors: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Shows an alert message if a file is missing.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5410200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5443537"/>
            <a:ext cx="48482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Updates Screen: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Displays the new summary without reloading the page.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343025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48375" y="2786062"/>
            <a:ext cx="5534025" cy="2495550"/>
          </a:xfrm>
          <a:prstGeom prst="roundRect">
            <a:avLst>
              <a:gd name="adj" fmla="val 381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58125" y="3433762"/>
            <a:ext cx="1914525" cy="419100"/>
          </a:xfrm>
          <a:prstGeom prst="roundRect">
            <a:avLst>
              <a:gd name="adj" fmla="val 13636"/>
            </a:avLst>
          </a:prstGeom>
          <a:solidFill>
            <a:srgbClr val="0F2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24600" y="4024312"/>
            <a:ext cx="155897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F2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35974" y="4024312"/>
            <a:ext cx="155897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F2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747349" y="4024312"/>
            <a:ext cx="155897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F2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24600" y="4624387"/>
            <a:ext cx="1159668" cy="38100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98568" y="4624387"/>
            <a:ext cx="1159668" cy="38100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72537" y="4624387"/>
            <a:ext cx="1159668" cy="38100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146506" y="4624387"/>
            <a:ext cx="1159668" cy="38100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2557"/>
                </a:solidFill>
                <a:latin typeface="DM Sans"/>
              </a:rPr>
              <a:t>08 / MODULAR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2557"/>
                </a:solidFill>
                <a:latin typeface="DM Sans"/>
              </a:rPr>
              <a:t>React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7625" y="3062287"/>
            <a:ext cx="2869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2557"/>
                </a:solidFill>
                <a:latin typeface="DM Sans"/>
              </a:rPr>
              <a:t>How Components Fit Together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4825" y="3529012"/>
            <a:ext cx="14763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DM Sans"/>
              </a:rPr>
              <a:t>App (Main Page)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2238375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2271712"/>
            <a:ext cx="48101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Small Building Blocks: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React splits the webpage into small parts.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2943225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2976562"/>
            <a:ext cx="48101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Easy to Manage: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Each feature has its own separate file.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3648075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3681412"/>
            <a:ext cx="48101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Main Components: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Navbar, Upload Box, Summary Box, and Quiz Box.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4352925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300" y="4386262"/>
            <a:ext cx="48101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Write Once, Reuse: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Same button or card style can be used anywhere.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" y="5057775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300" y="5091112"/>
            <a:ext cx="48101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Simple Updates: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Fixing one component updates it everywhere.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2128" y="4119562"/>
            <a:ext cx="1643918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2557"/>
                </a:solidFill>
                <a:latin typeface="DM Sans"/>
              </a:rPr>
              <a:t>Navbar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3502" y="4119562"/>
            <a:ext cx="1643918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2557"/>
                </a:solidFill>
                <a:latin typeface="DM Sans"/>
              </a:rPr>
              <a:t>Upload 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4877" y="4119562"/>
            <a:ext cx="1643918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2557"/>
                </a:solidFill>
                <a:latin typeface="DM Sans"/>
              </a:rPr>
              <a:t>Study Area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4891" y="4719637"/>
            <a:ext cx="125908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DM Sans"/>
              </a:rPr>
              <a:t>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8860" y="4719637"/>
            <a:ext cx="125908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DM Sans"/>
              </a:rPr>
              <a:t>Quiz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2828" y="4719637"/>
            <a:ext cx="125908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DM Sans"/>
              </a:rPr>
              <a:t>Doubt Chat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96797" y="4719637"/>
            <a:ext cx="125908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DM Sans"/>
              </a:rPr>
              <a:t>Timetable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304925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933825"/>
            <a:ext cx="10972800" cy="2466975"/>
          </a:xfrm>
          <a:prstGeom prst="roundRect">
            <a:avLst>
              <a:gd name="adj" fmla="val 386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7725" y="4967287"/>
            <a:ext cx="14668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2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676525" y="4986337"/>
            <a:ext cx="1428750" cy="723900"/>
          </a:xfrm>
          <a:prstGeom prst="roundRect">
            <a:avLst>
              <a:gd name="adj" fmla="val 10526"/>
            </a:avLst>
          </a:prstGeom>
          <a:solidFill>
            <a:srgbClr val="0F2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67225" y="4967287"/>
            <a:ext cx="14668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2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96025" y="4986337"/>
            <a:ext cx="1428750" cy="723900"/>
          </a:xfrm>
          <a:prstGeom prst="roundRect">
            <a:avLst>
              <a:gd name="adj" fmla="val 10526"/>
            </a:avLst>
          </a:prstGeom>
          <a:solidFill>
            <a:srgbClr val="0F2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86725" y="4967287"/>
            <a:ext cx="14668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2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915525" y="4986337"/>
            <a:ext cx="1428750" cy="723900"/>
          </a:xfrm>
          <a:prstGeom prst="roundRect">
            <a:avLst>
              <a:gd name="adj" fmla="val 10526"/>
            </a:avLst>
          </a:prstGeom>
          <a:solidFill>
            <a:srgbClr val="0F2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825" y="5253037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525" y="5253037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325" y="5253037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025" y="5253037"/>
            <a:ext cx="17145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8825" y="5253037"/>
            <a:ext cx="17145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2557"/>
                </a:solidFill>
                <a:latin typeface="DM Sans"/>
              </a:rPr>
              <a:t>09 / SYSTEM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858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2557"/>
                </a:solidFill>
                <a:latin typeface="DM Sans"/>
              </a:rPr>
              <a:t>Frontend and Backend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232171" y="4605337"/>
            <a:ext cx="126563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2557"/>
                </a:solidFill>
                <a:latin typeface="DM Sans"/>
              </a:rPr>
              <a:t>HOW DATA FLOWS IN LEARNBUDDY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1519237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1552575"/>
            <a:ext cx="508635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1. React Screen: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Shows the buttons and forms to the student.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2224087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2257425"/>
            <a:ext cx="508635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2. Axios Request: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Sends the PDF or question to the server.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2928937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300" y="2962275"/>
            <a:ext cx="508635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3. FastAPI Server: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Receives the request and starts processing.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5100" y="1519237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1300" y="1552575"/>
            <a:ext cx="508635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4. Helper Tools: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Extracts PDF text and prepares the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5100" y="2224087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1300" y="2257425"/>
            <a:ext cx="508635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5. JSON Reply: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Server sends the result back in JSON format.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5100" y="2928937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1300" y="2962275"/>
            <a:ext cx="508635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6. Screen Update: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React shows the final notes or quiz on screen.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056" y="5138737"/>
            <a:ext cx="150018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2557"/>
                </a:solidFill>
                <a:latin typeface="DM Sans"/>
              </a:rPr>
              <a:t>User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056" y="5386387"/>
            <a:ext cx="1500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DM Sans"/>
              </a:rPr>
              <a:t>Clicks Button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40806" y="5138737"/>
            <a:ext cx="150018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FFFFFF"/>
                </a:solidFill>
                <a:latin typeface="DM Sans"/>
              </a:rPr>
              <a:t>React 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40806" y="5386387"/>
            <a:ext cx="1500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BD5E1"/>
                </a:solidFill>
                <a:latin typeface="DM Sans"/>
              </a:rPr>
              <a:t>Reads Input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50556" y="5138737"/>
            <a:ext cx="150018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2557"/>
                </a:solidFill>
                <a:latin typeface="DM Sans"/>
              </a:rPr>
              <a:t>Axios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50556" y="5386387"/>
            <a:ext cx="1500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DM Sans"/>
              </a:rPr>
              <a:t>Sends Request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0306" y="5138737"/>
            <a:ext cx="150018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FFFFFF"/>
                </a:solidFill>
                <a:latin typeface="DM Sans"/>
              </a:rPr>
              <a:t>FastAPI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0306" y="5386387"/>
            <a:ext cx="1500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BD5E1"/>
                </a:solidFill>
                <a:latin typeface="DM Sans"/>
              </a:rPr>
              <a:t>Processes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70056" y="5138737"/>
            <a:ext cx="150018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2557"/>
                </a:solidFill>
                <a:latin typeface="DM Sans"/>
              </a:rPr>
              <a:t>Response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70056" y="5386387"/>
            <a:ext cx="1500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DM Sans"/>
              </a:rPr>
              <a:t>Returns JSON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9806" y="5138737"/>
            <a:ext cx="150018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FFFFFF"/>
                </a:solidFill>
                <a:latin typeface="DM Sans"/>
              </a:rPr>
              <a:t>React UI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9806" y="5386387"/>
            <a:ext cx="1500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BD5E1"/>
                </a:solidFill>
                <a:latin typeface="DM Sans"/>
              </a:rPr>
              <a:t>Shows 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343025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2675" y="2033587"/>
            <a:ext cx="5419725" cy="4000500"/>
          </a:xfrm>
          <a:prstGeom prst="roundRect">
            <a:avLst>
              <a:gd name="adj" fmla="val 23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281237"/>
            <a:ext cx="5095875" cy="3238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2557"/>
                </a:solidFill>
                <a:latin typeface="DM Sans"/>
              </a:rPr>
              <a:t>10 / FUNCTIONAL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2557"/>
                </a:solidFill>
                <a:latin typeface="DM Sans"/>
              </a:rPr>
              <a:t>Main Application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3837" y="5614987"/>
            <a:ext cx="2571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2557"/>
                </a:solidFill>
                <a:latin typeface="DM Sans"/>
              </a:rPr>
              <a:t>LearnBuddy AI Study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1885950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1919287"/>
            <a:ext cx="49244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PDF Upload: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Reads text directly from uploaded subject PDFs.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590800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624137"/>
            <a:ext cx="49244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Quick Summaries: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Turns long chapters into short revision points.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295650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328987"/>
            <a:ext cx="49244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Practice Quizzes: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Generates MCQ questions to test understanding.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000500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4033837"/>
            <a:ext cx="49244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Doubt Solver: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Lets students ask questions and get simple answers.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4705350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738687"/>
            <a:ext cx="49244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Study Planner: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Helps track daily study goals and topics.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5410200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5443537"/>
            <a:ext cx="4924425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Download PDF: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Saves generated notes as a clean PDF file.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343025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771650"/>
            <a:ext cx="5295900" cy="4524375"/>
          </a:xfrm>
          <a:prstGeom prst="roundRect">
            <a:avLst>
              <a:gd name="adj" fmla="val 210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86500" y="1771650"/>
            <a:ext cx="5295900" cy="4524375"/>
          </a:xfrm>
          <a:prstGeom prst="roundRect">
            <a:avLst>
              <a:gd name="adj" fmla="val 210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2557"/>
                </a:solidFill>
                <a:latin typeface="DM Sans"/>
              </a:rPr>
              <a:t>11 / VERIFICATION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2557"/>
                </a:solidFill>
                <a:latin typeface="DM Sans"/>
              </a:rPr>
              <a:t>Testing and Future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2047875"/>
            <a:ext cx="622577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2557"/>
                </a:solidFill>
                <a:latin typeface="DM Sans"/>
              </a:rPr>
              <a:t>What We Tested (Completed)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2047875"/>
            <a:ext cx="56292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3A8A"/>
                </a:solidFill>
                <a:latin typeface="DM Sans"/>
              </a:rPr>
              <a:t>Future Plans (Next Steps)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2462212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2495550"/>
            <a:ext cx="457200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API Testing: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Checked if all backend routes work properly.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3167062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3200400"/>
            <a:ext cx="457200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Connection Check: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Verified data flow between React and FastAPI.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871912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525" y="3905250"/>
            <a:ext cx="457200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Form Validation: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Tested PDF upload rules and empty input checks.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4576762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525" y="4610100"/>
            <a:ext cx="457200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Error Messages: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Checked alerts when network or file errors happen.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325" y="5281612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525" y="5314950"/>
            <a:ext cx="457200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Screen Testing: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Verified buttons and layout on different screens.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3225" y="2462212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9425" y="2495550"/>
            <a:ext cx="457200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Student Login: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Add user accounts to save personal profiles.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3225" y="3167062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9425" y="3200400"/>
            <a:ext cx="457200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Database Storage: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Save past summaries and quiz scores permanently.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53225" y="3871912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9425" y="3905250"/>
            <a:ext cx="457200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Cloud Hosting: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Publish the website online for everyone to use.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3225" y="4576762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9425" y="4610100"/>
            <a:ext cx="457200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Scanned PDF Support: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Use OCR to read handwritten or scanned notes.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3225" y="5281612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1E293B"/>
                </a:solidFill>
                <a:latin typeface="DM Sa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29425" y="5314950"/>
            <a:ext cx="4572000" cy="5334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DM Sans"/>
              </a:rPr>
              <a:t>Progress Charts:</a:t>
            </a:r>
            <a:r>
              <a:rPr b="0" sz="1575" i="0" u="none">
                <a:solidFill>
                  <a:srgbClr val="1E293B"/>
                </a:solidFill>
                <a:latin typeface="DM Sans"/>
              </a:rPr>
              <a:t> Add visual graphs to track weekly study progress.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381250" y="2190750"/>
            <a:ext cx="7429500" cy="2324100"/>
          </a:xfrm>
          <a:prstGeom prst="roundRect">
            <a:avLst>
              <a:gd name="adj" fmla="val 4918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14962" y="1143000"/>
            <a:ext cx="13620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93C5FD"/>
                </a:solidFill>
                <a:latin typeface="DM Sans"/>
              </a:rPr>
              <a:t>12 /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20828" y="1428750"/>
            <a:ext cx="2750343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FFFFFF"/>
                </a:solidFill>
                <a:latin typeface="DM San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20790" y="4857750"/>
            <a:ext cx="3350418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FFFFF"/>
                </a:solidFill>
                <a:latin typeface="DM San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14625" y="5486400"/>
            <a:ext cx="6762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3C5FD"/>
                </a:solidFill>
                <a:latin typeface="DM Sans"/>
              </a:rPr>
              <a:t>Harshini K P  |  Department of CSE  |  Rajalakshmi Engineering 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2750" y="2424112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28950" y="2457450"/>
            <a:ext cx="8001000" cy="2667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FFFFFF"/>
                </a:solidFill>
                <a:latin typeface="DM Sans"/>
              </a:rPr>
              <a:t>Helpful Study Tool:</a:t>
            </a:r>
            <a:r>
              <a:rPr b="0" sz="1575" i="0" u="none">
                <a:solidFill>
                  <a:srgbClr val="FFFFFF"/>
                </a:solidFill>
                <a:latin typeface="DM Sans"/>
              </a:rPr>
              <a:t> Built an interactive web assistant for students.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52750" y="2805112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28950" y="2838450"/>
            <a:ext cx="8001000" cy="2667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FFFFFF"/>
                </a:solidFill>
                <a:latin typeface="DM Sans"/>
              </a:rPr>
              <a:t>Web Technologies:</a:t>
            </a:r>
            <a:r>
              <a:rPr b="0" sz="1575" i="0" u="none">
                <a:solidFill>
                  <a:srgbClr val="FFFFFF"/>
                </a:solidFill>
                <a:latin typeface="DM Sans"/>
              </a:rPr>
              <a:t> Used HTML/JSX, CSS, JavaScript, and React.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2750" y="3186112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8950" y="3219450"/>
            <a:ext cx="8001000" cy="2667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FFFFFF"/>
                </a:solidFill>
                <a:latin typeface="DM Sans"/>
              </a:rPr>
              <a:t>Modular Design:</a:t>
            </a:r>
            <a:r>
              <a:rPr b="0" sz="1575" i="0" u="none">
                <a:solidFill>
                  <a:srgbClr val="FFFFFF"/>
                </a:solidFill>
                <a:latin typeface="DM Sans"/>
              </a:rPr>
              <a:t> Created reusable components and dynamic pages.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2750" y="3567112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8950" y="3600450"/>
            <a:ext cx="8001000" cy="2667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FFFFFF"/>
                </a:solidFill>
                <a:latin typeface="DM Sans"/>
              </a:rPr>
              <a:t>Backend Connection:</a:t>
            </a:r>
            <a:r>
              <a:rPr b="0" sz="1575" i="0" u="none">
                <a:solidFill>
                  <a:srgbClr val="FFFFFF"/>
                </a:solidFill>
                <a:latin typeface="DM Sans"/>
              </a:rPr>
              <a:t> Linked the React frontend with FastAPI APIs.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2750" y="3948112"/>
            <a:ext cx="7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FFFFFF"/>
                </a:solidFill>
                <a:latin typeface="DM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8950" y="3981450"/>
            <a:ext cx="8001000" cy="2667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FFFFFF"/>
                </a:solidFill>
                <a:latin typeface="DM Sans"/>
              </a:rPr>
              <a:t>Key Learning:</a:t>
            </a:r>
            <a:r>
              <a:rPr b="0" sz="1575" i="0" u="none">
                <a:solidFill>
                  <a:srgbClr val="FFFFFF"/>
                </a:solidFill>
                <a:latin typeface="DM Sans"/>
              </a:rPr>
              <a:t> Gained practical skills in full-stack Web Programming.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51447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1100" y="1028700"/>
            <a:ext cx="218777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DM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6475" y="1466850"/>
            <a:ext cx="88296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DM Sans"/>
              </a:rPr>
              <a:t>https://d1tzxux72fvryy.cloudfront.net/M18698e1e05b71363a714a6aa5176df961731387217910/preview/M18698e1e05b71363a714a6aa5176df961731387217910.png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6475" y="1838325"/>
            <a:ext cx="1928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mockflow.com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